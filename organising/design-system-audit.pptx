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B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LAUNCHPAD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Audit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07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cleanup plan for the LaunchPad case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2026-06-29  ·  </a:t>
            </a:r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ContentArea.tsx  ·  index.css  ·  design-tokens.css  ·  src/components/ui/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4334256"/>
            <a:ext cx="1097280" cy="18288"/>
          </a:xfrm>
          <a:prstGeom prst="rect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DIAGNOSIS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root causes of visual drift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FDF8F8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81328"/>
            <a:ext cx="347472" cy="34747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9568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Page-level typography re-implementation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" y="2615184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PH-02 infrastructure diagram rebuilds case-card-title, case-card-support and case-label entirely in inline Tailwind utilities — the largest single concentration of drift.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" y="418795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F0EDEA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4187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ContentArea.tsx  lines 840–935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82112" y="1298448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1481328"/>
            <a:ext cx="347472" cy="34747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19568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own zero visual identity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9272" y="2615184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is a transparent wrapper. SegmentedToggle and FigureFrame push all variant styles to call sites. The same visual patterns are rebuilt every use and drift each time.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9272" y="418795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F0EDEA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4187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Callout.tsx · SegmentedToggle.tsx · FigureFrame.tsx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80176" y="1298448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481328"/>
            <a:ext cx="347472" cy="34747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17336" y="19568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Spacing has escaped the token system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17336" y="2615184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mt-8, space-y-6, gap-3, gap-4, mt-4, space-y-2.5 appear throughout ContentArea alongside token-referenced spacing, breaking vertical rhythm section to section.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418795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F0EDEA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4187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ContentArea.tsx  multiple locations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FINDINGS · TYPOGRAPHY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typography violations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117043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46304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17320" y="1243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PH-02 rebuilds all type roles inline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499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elements should use case-card-title / case-card-support / case-label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76479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864–929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203911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23317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31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17320" y="21122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case-body-copy + text-[length:15px] override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17320" y="2368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deviation from --font-body: 16px. Remove the override entirely.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63347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1057, 1066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290779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200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17320" y="29809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case-caption-copy + normal-case tracking-normal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3236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overridden in 2 places — signals the role covers two semantic needs.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50215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479, 1060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377647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40690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17320" y="38496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tracking / line-height not tokenised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17320" y="4105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tracking-[-0.035em], leading-[1.22], tracking-[-0.01em] — add 3 tokens.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437083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617, 622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117043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46304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605272" y="1243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link uses 4 hardcoded hex colours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05272" y="1499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#4f6f9f, #9fb2cf, #38587f, #6f8db6 — not in the token system.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05272" y="176479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167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03911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3317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331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605272" y="21122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case-body-copy font-medium / font-semibold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05272" y="2368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weight override from outside the role. Add case-body-copy-emphasis.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05272" y="263347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808, 823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290779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200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05272" y="29809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DesignSystemPage headings bypass role 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05272" y="3236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h1/h2/h3 use inline Tailwind instead of case-heading.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05272" y="350215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DesignSystemPage.tsx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3776472"/>
            <a:ext cx="39776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406908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T-8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5272" y="38496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EditorialHeader brand name has no role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05272" y="4105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font-editorial-display + tracking-[0.03em] — add case-brand-title role.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05272" y="437083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EditorialHeader.tsx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FINDINGS · SPACING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escape — raw Tailwind spacing throughout ContentArea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1371600" cy="2743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55648" y="1115568"/>
            <a:ext cx="2194560" cy="2743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155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50208" y="1115568"/>
            <a:ext cx="2286000" cy="2743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1155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equivalent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36208" y="1115568"/>
            <a:ext cx="2331720" cy="2743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155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389888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666, 941, 1076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55648" y="1389888"/>
            <a:ext cx="21945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38988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0208" y="1389888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3898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mt-[var(--space-3xl)]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36208" y="1389888"/>
            <a:ext cx="2331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38988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 = space-3xl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1691640"/>
            <a:ext cx="13716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6916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707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55648" y="1691640"/>
            <a:ext cx="219456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1691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space-y-6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50208" y="1691640"/>
            <a:ext cx="22860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6916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space-y-[var(--space-3xl)]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36208" y="1691640"/>
            <a:ext cx="233172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6916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 gap between items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1993392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199339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812, 821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55648" y="1993392"/>
            <a:ext cx="21945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19933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space-y-2.5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50208" y="1993392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199339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space-y-[var(--space-sm)]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1993392"/>
            <a:ext cx="2331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99339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= space-sm ✓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2295144"/>
            <a:ext cx="13716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9514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840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755648" y="2295144"/>
            <a:ext cx="219456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0" y="22951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50208" y="2295144"/>
            <a:ext cx="22860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2951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gap-[var(--space-md)]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36208" y="2295144"/>
            <a:ext cx="233172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29514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= space-md 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2596896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59689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870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755648" y="2596896"/>
            <a:ext cx="21945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25968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50208" y="2596896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25968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mt-[var(--space-xl)]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36208" y="2596896"/>
            <a:ext cx="2331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59689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 = space-xl ✓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84048" y="2898648"/>
            <a:ext cx="13716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289864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907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755648" y="2898648"/>
            <a:ext cx="219456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289864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gap-4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50208" y="2898648"/>
            <a:ext cx="22860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289864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gap-[var(--space-xl)]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36208" y="2898648"/>
            <a:ext cx="233172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28986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 = space-xl ✓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84048" y="3200400"/>
            <a:ext cx="1371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32004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 .case-stat-row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755648" y="3200400"/>
            <a:ext cx="21945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3200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8px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950208" y="3200400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0" y="32004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var(--space-sm)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36208" y="3200400"/>
            <a:ext cx="23317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320040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token match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4048" y="3502152"/>
            <a:ext cx="13716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50215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 .case-stat-card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755648" y="3502152"/>
            <a:ext cx="219456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0" y="350215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10px 14px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950208" y="3502152"/>
            <a:ext cx="228600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23360" y="350215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var(--space-sm) var(--space-md)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36208" y="3502152"/>
            <a:ext cx="2331720" cy="301752"/>
          </a:xfrm>
          <a:prstGeom prst="rect">
            <a:avLst/>
          </a:prstGeom>
          <a:solidFill>
            <a:srgbClr val="F4F1EE"/>
          </a:solidFill>
          <a:ln w="3810">
            <a:solidFill>
              <a:srgbClr val="E8E0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350215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scale step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84048" y="3913632"/>
            <a:ext cx="8348472" cy="457200"/>
          </a:xfrm>
          <a:prstGeom prst="roundRect">
            <a:avLst>
              <a:gd name="adj" fmla="val 14000"/>
            </a:avLst>
          </a:prstGeom>
          <a:solidFill>
            <a:srgbClr val="FBE9E9"/>
          </a:solidFill>
          <a:ln w="6350">
            <a:solidFill>
              <a:srgbClr val="F5C0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S-3 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top padding </a:t>
            </a:r>
            <a:pPr indent="0" marL="0">
              <a:buNone/>
            </a:pPr>
            <a:r>
              <a:rPr lang="en-US" sz="100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pt-[var(--space-5xl)]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SectionShell </a:t>
            </a:r>
            <a:pPr indent="0" marL="0">
              <a:buNone/>
            </a:pPr>
            <a:r>
              <a:rPr lang="en-US" sz="1000" dirty="0">
                <a:solidFill>
                  <a:srgbClr val="DB33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pt-[var(--space-xl)]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uneven vertical rhythm between overview and numbered sections.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FINDINGS · COMPONENTS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component 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1170432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289304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DB3334">
              <a:alpha val="15000"/>
            </a:srgbClr>
          </a:solidFill>
          <a:ln w="6350">
            <a:solidFill>
              <a:srgbClr val="DB3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89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B3334"/>
                </a:solidFill>
              </a:rPr>
              <a:t>HIGH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42416" y="12893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1208" y="1499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owns zero visual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7556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wrapper. Two distinct callout patterns (left-border quote, card surface) rebuilt at every call site. Add variant="quote" | "card".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45736" y="1170432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82896" y="1289304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289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MED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04104" y="12893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82896" y="1499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PillTabs + CaseSegmentTabs — two tab components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82896" y="17556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render a numbered tab strip. CaseSegmentTabs uses registered roles. PillTabs is inline-only and unused in the real page. Deprecate PillTabs.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377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496312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4963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42416" y="2496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1208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SegmentedToggle delegates active styles to call sites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2962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before/after active colours are constructed at each call site with identical values. Add variant="before-after" to own this internally.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45736" y="2377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82896" y="2496312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DB3334">
              <a:alpha val="15000"/>
            </a:srgbClr>
          </a:solidFill>
          <a:ln w="6350">
            <a:solidFill>
              <a:srgbClr val="DB33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4963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B3334"/>
                </a:solidFill>
              </a:rPr>
              <a:t>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404104" y="2496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82896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case-badge registered but not implemented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2962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Rule 8 lists case-badge as a Surface role. No .case-badge in index.css. PH-01 cards use raw red-200/amber-200 Tailwind colour classes instead.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844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1208" y="3703320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4A7260">
              <a:alpha val="15000"/>
            </a:srgbClr>
          </a:solidFill>
          <a:ln w="6350">
            <a:solidFill>
              <a:srgbClr val="4A7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7033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260"/>
                </a:solidFill>
              </a:rPr>
              <a:t>LOW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42416" y="37033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208" y="3913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FigureFrame frame variant overridden at page level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" y="41696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card passes a different frameClassName (no border, md radius). Add variant="flush" to FigureFrame and bake it into the component.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45736" y="35844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82896" y="3703320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4A7260">
              <a:alpha val="15000"/>
            </a:srgbClr>
          </a:solidFill>
          <a:ln w="6350">
            <a:solidFill>
              <a:srgbClr val="4A72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7033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260"/>
                </a:solidFill>
              </a:rPr>
              <a:t>LOW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04104" y="37033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2896" y="3913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StepImageWalkthrough uses fragile split-border layout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82896" y="41696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adjacent divs with rounded-t / rounded-b and matched borders create one visual card. Any gap breaks it. Wrap in a single case-card container.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FINDINGS · LAYOUT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66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1078992"/>
            <a:ext cx="409651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3716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371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L-1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17320" y="11521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SectionShell grid declared but unused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40817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grid-cols-3 with lg:col-span-3 child — the layout wrapper adds complexity with zero structural effect.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993392"/>
            <a:ext cx="409651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22860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L-2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17320" y="20665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SelectProductsComparison nested surface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32257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PH-06 wraps itself in bg-[surface-panel] p-[space-lg] inside SectionShell — the only section with its own background surface.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907792"/>
            <a:ext cx="409651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3200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L-3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EditorialHeader max-width not tokenised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23697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w-[min(92vw,1280px)] is hardcoded. Add --container-header: 1280px to design-tokens.css.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822192"/>
            <a:ext cx="409651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41148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114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L-4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17320" y="38953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DesignSystemPage uses non-standard page padding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15137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px-[var(--space-5xl)] instead of px-[var(--space-page-x)] md:px-[var(--space-page-x-desktop)].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320040"/>
            <a:ext cx="0" cy="4572000"/>
          </a:xfrm>
          <a:prstGeom prst="line">
            <a:avLst/>
          </a:prstGeom>
          <a:noFill/>
          <a:ln w="6350">
            <a:solidFill>
              <a:srgbClr val="E8E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FINDINGS · TOKENS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5669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28032" y="1078992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129844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298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TK-1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52160" y="1143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--border-radius-md alias is redundant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names for --radius-md: 8px. Remove the alias, replace single usage in index.css.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28032" y="1847088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206654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066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TK-2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52160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tracking + subtitle line-height missing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--tracking-hero-display, --tracking-hero-subtitle, --line-height-hero-subtitle.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28032" y="2615184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283464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834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TK-3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852160" y="2679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colours not tokenised (4 hardcoded hex)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521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--color-link, --color-link-hover, --color-link-decoration, --color-link-decoration-hover.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28032" y="338328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56048" y="3602736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6027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TK-4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52160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 raw pixels match existing tokens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stat-number 20px→font-heading-lg, stat-label 10px→font-label, phase-code 13px→font-body-sm (and more).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28032" y="4151376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6048" y="437083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370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TK-5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52160" y="4215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--surface-surface alias is redundant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--surface-surface: var(--surface-10). Remove alias, replace 3 usages with var(--surface-10) directly.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CLEANUP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6-Stage Cleanup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57984" y="141732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4A7260">
              <a:alpha val="30000"/>
            </a:srgbClr>
          </a:solidFill>
          <a:ln w="5080">
            <a:solidFill>
              <a:srgbClr val="4A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57984" y="1417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7260"/>
                </a:solidFill>
              </a:rPr>
              <a:t>LOWEST RISK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21208" y="17556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Cleanup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2011680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--border-radius-md alias · Remove --surface-surface alias · Add 3 hero typography tokens · Add 4 link colour tokens · Replace raw px in index.css with token vars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261872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92624" y="141732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4A7260">
              <a:alpha val="30000"/>
            </a:srgbClr>
          </a:solidFill>
          <a:ln w="5080">
            <a:solidFill>
              <a:srgbClr val="4A7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417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7260"/>
                </a:solidFill>
              </a:rPr>
              <a:t>LOW RISK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355848" y="17556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Role Cleanup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55848" y="2011680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.case-badge + colour modifiers · Add case-caption-label · Add case-body-copy-emphasis · Add case-brand-title · Add case-callout-quote and case-callout-card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261872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827264" y="141732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D97706">
              <a:alpha val="30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7264" y="1417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</a:rPr>
              <a:t>MED RISK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190488" y="17556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Consolidation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0488" y="2011680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variant prop · Deprecate PillTabs · SegmentedToggle variant="before-after" · FigureFrame variant="flush" · StepImageWalkthrough single-card refactor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035808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638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157984" y="3191256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DB3334">
              <a:alpha val="30000"/>
            </a:srgbClr>
          </a:solidFill>
          <a:ln w="5080">
            <a:solidFill>
              <a:srgbClr val="DB33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7984" y="31912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B3334"/>
                </a:solidFill>
              </a:rPr>
              <a:t>MOST WORK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21208" y="3529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Refactor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1208" y="3785616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PH-02 type roles · Remove 15px overrides · Fix caption-copy overrides · Replace raw spacing · Update hero tokens · Fix link colours · DesignSystemPage headings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18688" y="3035808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1638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92624" y="3191256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4A7260">
              <a:alpha val="30000"/>
            </a:srgbClr>
          </a:solidFill>
          <a:ln w="5080">
            <a:solidFill>
              <a:srgbClr val="4A72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1912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7260"/>
                </a:solidFill>
              </a:rPr>
              <a:t>VERIFY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355848" y="3529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Mobile Pass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55848" y="3785616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PH-02 gap-3 on mobile · Confirm SectionShell padding tokens scale via @media 767px · SelectProductsComparison overflow check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53328" y="3035808"/>
            <a:ext cx="2688336" cy="1627632"/>
          </a:xfrm>
          <a:prstGeom prst="roundRect">
            <a:avLst>
              <a:gd name="adj" fmla="val 5618"/>
            </a:avLst>
          </a:prstGeom>
          <a:solidFill>
            <a:srgbClr val="1C1C1C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1638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33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827264" y="3191256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4A7260">
              <a:alpha val="30000"/>
            </a:srgbClr>
          </a:solidFill>
          <a:ln w="5080">
            <a:solidFill>
              <a:srgbClr val="4A72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7264" y="31912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7260"/>
                </a:solidFill>
              </a:rPr>
              <a:t>CONFIRM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190488" y="3529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Audit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90488" y="3785616"/>
            <a:ext cx="2414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Rule 11 grep on all changed files · Visual diff of live preview · Zero unexplained matches for text-[ font- tracking leading- rounded- shadow- #hex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DB3334"/>
                </a:solidFill>
              </a:rPr>
              <a:t>IMPLEMENTATION GUIDE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tell the coding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1152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444752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44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4081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AGENTS.md, design-tokens.css, index.css first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819656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19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1783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registered roles before writing any new CSS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194560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945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2157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raw Tailwind spacing with token references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569464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94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2532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Callout a variant prop — own its visual identity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44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29077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.case-badge in index.css with colour modifiers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319272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19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" y="3282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PillTabs — use CaseSegmentTabs everywhere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694176"/>
            <a:ext cx="164592" cy="164592"/>
          </a:xfrm>
          <a:prstGeom prst="ellipse">
            <a:avLst/>
          </a:prstGeom>
          <a:solidFill>
            <a:srgbClr val="4A7260"/>
          </a:solidFill>
          <a:ln w="12700">
            <a:solidFill>
              <a:srgbClr val="4A72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694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Rule 11 grep and visual diff after every stage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1097280"/>
            <a:ext cx="0" cy="3108960"/>
          </a:xfrm>
          <a:prstGeom prst="line">
            <a:avLst/>
          </a:prstGeom>
          <a:noFill/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152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B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CHANGE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45152" y="1444752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444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2896" y="1408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change any content text or storytelling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45152" y="1929384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1929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2896" y="18928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 FramerContentArea.tsx (parallel impl.)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45152" y="2414016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414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2896" y="23774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 SyllabusModalForm.tsx (admin UI only)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45152" y="2898648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2862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new CSS before checking existing tokens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5152" y="3383280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82896" y="33467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change AGENTS.md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45152" y="3867912"/>
            <a:ext cx="164592" cy="164592"/>
          </a:xfrm>
          <a:prstGeom prst="ellipse">
            <a:avLst/>
          </a:prstGeom>
          <a:solidFill>
            <a:srgbClr val="DB3334"/>
          </a:solidFill>
          <a:ln w="12700">
            <a:solidFill>
              <a:srgbClr val="DB333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82896" y="38313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redesign or change any visual direction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4048" y="4261104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4325112"/>
            <a:ext cx="8110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 11 verification — run after every stage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-rn 'text-\[' src/components/ --include="*.tsx" | grep -v 'text-\[var('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-rn 'leading-\[' src/components/ --include="*.tsx" | grep -v 'leading-\[var('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-rn '#[0-9A-Fa-f]' src/components/ --include="*.tsx"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Audit — LaunchPad</dc:title>
  <dc:subject>PptxGenJS Presentation</dc:subject>
  <dc:creator>PptxGenJS</dc:creator>
  <cp:lastModifiedBy>PptxGenJS</cp:lastModifiedBy>
  <cp:revision>1</cp:revision>
  <dcterms:created xsi:type="dcterms:W3CDTF">2026-06-29T04:10:11Z</dcterms:created>
  <dcterms:modified xsi:type="dcterms:W3CDTF">2026-06-29T04:10:11Z</dcterms:modified>
</cp:coreProperties>
</file>